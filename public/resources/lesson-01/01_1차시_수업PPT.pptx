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3b8ee94dd4404d" /><Relationship Type="http://schemas.openxmlformats.org/officeDocument/2006/relationships/extended-properties" Target="/docProps/app.xml" Id="R37e81388a3f24ada" /><Relationship Type="http://schemas.openxmlformats.org/officeDocument/2006/relationships/officeDocument" Target="/ppt/presentation.xml" Id="R898afa9fd8054a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b2b4ff9550438a"/>
  </p:sldMasterIdLst>
  <p:notesMasterIdLst>
    <p:notesMasterId xmlns:r="http://schemas.openxmlformats.org/officeDocument/2006/relationships" r:id="R8a52843f440f4277"/>
  </p:notesMasterIdLst>
  <p:sldIdLst>
    <p:sldId xmlns:r="http://schemas.openxmlformats.org/officeDocument/2006/relationships" id="256" r:id="Rf30ea8a4eea74873"/>
    <p:sldId xmlns:r="http://schemas.openxmlformats.org/officeDocument/2006/relationships" id="257" r:id="R8261660824e44c02"/>
    <p:sldId xmlns:r="http://schemas.openxmlformats.org/officeDocument/2006/relationships" id="258" r:id="R402581ac68ae457b"/>
    <p:sldId xmlns:r="http://schemas.openxmlformats.org/officeDocument/2006/relationships" id="259" r:id="Rebd5ec04a374416b"/>
    <p:sldId xmlns:r="http://schemas.openxmlformats.org/officeDocument/2006/relationships" id="260" r:id="R610067f32b82449c"/>
    <p:sldId xmlns:r="http://schemas.openxmlformats.org/officeDocument/2006/relationships" id="261" r:id="R8410f21d796a46a7"/>
    <p:sldId xmlns:r="http://schemas.openxmlformats.org/officeDocument/2006/relationships" id="262" r:id="R568e3c6ffcf54738"/>
    <p:sldId xmlns:r="http://schemas.openxmlformats.org/officeDocument/2006/relationships" id="263" r:id="Rf59e0926009e4b5e"/>
    <p:sldId xmlns:r="http://schemas.openxmlformats.org/officeDocument/2006/relationships" id="264" r:id="R90f3945b752f497d"/>
    <p:sldId xmlns:r="http://schemas.openxmlformats.org/officeDocument/2006/relationships" id="265" r:id="Rd4d2006f89f641ca"/>
    <p:sldId xmlns:r="http://schemas.openxmlformats.org/officeDocument/2006/relationships" id="266" r:id="R44085ba71fdf4388"/>
    <p:sldId xmlns:r="http://schemas.openxmlformats.org/officeDocument/2006/relationships" id="267" r:id="R13dca7f84c2e4889"/>
    <p:sldId xmlns:r="http://schemas.openxmlformats.org/officeDocument/2006/relationships" id="268" r:id="R7ed4c09650d0455c"/>
    <p:sldId xmlns:r="http://schemas.openxmlformats.org/officeDocument/2006/relationships" id="269" r:id="Rc18b815d308a425e"/>
    <p:sldId xmlns:r="http://schemas.openxmlformats.org/officeDocument/2006/relationships" id="270" r:id="Re5274021d8da41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cc3723e6cb4421" /><Relationship Type="http://schemas.openxmlformats.org/officeDocument/2006/relationships/slideMaster" Target="/ppt/slideMasters/slideMaster1.xml" Id="Rbbb2b4ff9550438a" /><Relationship Type="http://schemas.openxmlformats.org/officeDocument/2006/relationships/notesMaster" Target="/ppt/notesMasters/notesMaster1.xml" Id="R8a52843f440f4277" /><Relationship Type="http://schemas.openxmlformats.org/officeDocument/2006/relationships/presProps" Target="/ppt/presProps.xml" Id="R9574b96394704f89" /><Relationship Type="http://schemas.openxmlformats.org/officeDocument/2006/relationships/tableStyles" Target="/ppt/tableStyles.xml" Id="R444ffe03a039434b" /><Relationship Type="http://schemas.openxmlformats.org/officeDocument/2006/relationships/slide" Target="/ppt/slides/slide1.xml" Id="Rf30ea8a4eea74873" /><Relationship Type="http://schemas.openxmlformats.org/officeDocument/2006/relationships/slide" Target="/ppt/slides/slide2.xml" Id="R8261660824e44c02" /><Relationship Type="http://schemas.openxmlformats.org/officeDocument/2006/relationships/slide" Target="/ppt/slides/slide3.xml" Id="R402581ac68ae457b" /><Relationship Type="http://schemas.openxmlformats.org/officeDocument/2006/relationships/slide" Target="/ppt/slides/slide4.xml" Id="Rebd5ec04a374416b" /><Relationship Type="http://schemas.openxmlformats.org/officeDocument/2006/relationships/slide" Target="/ppt/slides/slide5.xml" Id="R610067f32b82449c" /><Relationship Type="http://schemas.openxmlformats.org/officeDocument/2006/relationships/slide" Target="/ppt/slides/slide6.xml" Id="R8410f21d796a46a7" /><Relationship Type="http://schemas.openxmlformats.org/officeDocument/2006/relationships/slide" Target="/ppt/slides/slide7.xml" Id="R568e3c6ffcf54738" /><Relationship Type="http://schemas.openxmlformats.org/officeDocument/2006/relationships/slide" Target="/ppt/slides/slide8.xml" Id="Rf59e0926009e4b5e" /><Relationship Type="http://schemas.openxmlformats.org/officeDocument/2006/relationships/slide" Target="/ppt/slides/slide9.xml" Id="R90f3945b752f497d" /><Relationship Type="http://schemas.openxmlformats.org/officeDocument/2006/relationships/slide" Target="/ppt/slides/slide10.xml" Id="Rd4d2006f89f641ca" /><Relationship Type="http://schemas.openxmlformats.org/officeDocument/2006/relationships/slide" Target="/ppt/slides/slide11.xml" Id="R44085ba71fdf4388" /><Relationship Type="http://schemas.openxmlformats.org/officeDocument/2006/relationships/slide" Target="/ppt/slides/slide12.xml" Id="R13dca7f84c2e4889" /><Relationship Type="http://schemas.openxmlformats.org/officeDocument/2006/relationships/slide" Target="/ppt/slides/slide13.xml" Id="R7ed4c09650d0455c" /><Relationship Type="http://schemas.openxmlformats.org/officeDocument/2006/relationships/slide" Target="/ppt/slides/slide14.xml" Id="Rc18b815d308a425e" /><Relationship Type="http://schemas.openxmlformats.org/officeDocument/2006/relationships/slide" Target="/ppt/slides/slide15.xml" Id="Re5274021d8da41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65118d51af44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DU STORY">
  <a:themeElements>
    <a:clrScheme name="EDU STOR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DU STOR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fb053130884264" /><Relationship Type="http://schemas.openxmlformats.org/officeDocument/2006/relationships/notesMaster" Target="/ppt/notesMasters/notesMaster1.xml" Id="Ree24012acefe4d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5d57342f0f47c7" /><Relationship Type="http://schemas.openxmlformats.org/officeDocument/2006/relationships/notesMaster" Target="/ppt/notesMasters/notesMaster1.xml" Id="Re94cd6925ef442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1c2069515c4f1f" /><Relationship Type="http://schemas.openxmlformats.org/officeDocument/2006/relationships/notesMaster" Target="/ppt/notesMasters/notesMaster1.xml" Id="Rd4bc8035b0d642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683f6ac09b4730" /><Relationship Type="http://schemas.openxmlformats.org/officeDocument/2006/relationships/notesMaster" Target="/ppt/notesMasters/notesMaster1.xml" Id="R9157960457934c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360eeda22e404a" /><Relationship Type="http://schemas.openxmlformats.org/officeDocument/2006/relationships/notesMaster" Target="/ppt/notesMasters/notesMaster1.xml" Id="R81e99c8e06a546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1b42b3b92d4489" /><Relationship Type="http://schemas.openxmlformats.org/officeDocument/2006/relationships/notesMaster" Target="/ppt/notesMasters/notesMaster1.xml" Id="Rbc6c1beddb534b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d7a7794d944dd2" /><Relationship Type="http://schemas.openxmlformats.org/officeDocument/2006/relationships/notesMaster" Target="/ppt/notesMasters/notesMaster1.xml" Id="R9b6ddc4fe77f4d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4f5cb445fc4e2b" /><Relationship Type="http://schemas.openxmlformats.org/officeDocument/2006/relationships/notesMaster" Target="/ppt/notesMasters/notesMaster1.xml" Id="R7e184bcfecde4b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35951e6ce84c4d" /><Relationship Type="http://schemas.openxmlformats.org/officeDocument/2006/relationships/notesMaster" Target="/ppt/notesMasters/notesMaster1.xml" Id="Ra2ab2c83b3d84e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ab9f9592594001" /><Relationship Type="http://schemas.openxmlformats.org/officeDocument/2006/relationships/notesMaster" Target="/ppt/notesMasters/notesMaster1.xml" Id="R6a45753ccfa64f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e94f9a47274b4f" /><Relationship Type="http://schemas.openxmlformats.org/officeDocument/2006/relationships/notesMaster" Target="/ppt/notesMasters/notesMaster1.xml" Id="R6159d7efb5964ec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18a1b5f39b34f96" /><Relationship Type="http://schemas.openxmlformats.org/officeDocument/2006/relationships/notesMaster" Target="/ppt/notesMasters/notesMaster1.xml" Id="R66329baa9c264b3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fe7352ff0c41c7" /><Relationship Type="http://schemas.openxmlformats.org/officeDocument/2006/relationships/notesMaster" Target="/ppt/notesMasters/notesMaster1.xml" Id="R978aeb369afc469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e1069463674503" /><Relationship Type="http://schemas.openxmlformats.org/officeDocument/2006/relationships/notesMaster" Target="/ppt/notesMasters/notesMaster1.xml" Id="Rdb896f60ec35436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d8215993ebb4f06" /><Relationship Type="http://schemas.openxmlformats.org/officeDocument/2006/relationships/notesMaster" Target="/ppt/notesMasters/notesMaster1.xml" Id="Rfbffcfd2792440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  <a:p xmlns:a="http://schemas.openxmlformats.org/drawingml/2006/main">
            <a:r>
              <a:t>- Photo by Ahmadreza Rezaie on Unsplash: https://unsplash.com/photos/children-learning-and-creating-art-in-a-classroom-FxzoAr9QBKw</a:t>
            </a:r>
          </a:p>
          <a:p xmlns:a="http://schemas.openxmlformats.org/drawingml/2006/main">
            <a:r>
              <a:t>- Photo license: https://unsplash.com/license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  <a:p xmlns:a="http://schemas.openxmlformats.org/drawingml/2006/main">
            <a:r>
              <a:t>- Photo by Julia Taubitz on Unsplash: https://unsplash.com/photos/modern-building-entrance-with-automatic-glass-doors-RAfmE87i0_Y</a:t>
            </a:r>
          </a:p>
          <a:p xmlns:a="http://schemas.openxmlformats.org/drawingml/2006/main">
            <a:r>
              <a:t>- Photo license: https://unsplash.com/license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  <a:p xmlns:a="http://schemas.openxmlformats.org/drawingml/2006/main">
            <a:r>
              <a:t>- Photo by Howard Bouchevereau on Unsplash: https://unsplash.com/photos/a-white-smart-speaker-on-a-white-surface-kDCIBGqU0_0</a:t>
            </a:r>
          </a:p>
          <a:p xmlns:a="http://schemas.openxmlformats.org/drawingml/2006/main">
            <a:r>
              <a:t>- Photo license: https://unsplash.com/license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  <a:p xmlns:a="http://schemas.openxmlformats.org/drawingml/2006/main">
            <a:r>
              <a:t>- Photo by Jakub Żerdzicki on Unsplash: https://unsplash.com/photos/a-person-holding-a-remote-control-in-front-of-a-tv-ssDr_sfsAKs</a:t>
            </a:r>
          </a:p>
          <a:p xmlns:a="http://schemas.openxmlformats.org/drawingml/2006/main">
            <a:r>
              <a:t>- Photo license: https://unsplash.com/license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  <a:p xmlns:a="http://schemas.openxmlformats.org/drawingml/2006/main">
            <a:r>
              <a:t>- Photo by Julia Taubitz on Unsplash: https://unsplash.com/photos/modern-building-entrance-with-automatic-glass-doors-RAfmE87i0_Y</a:t>
            </a:r>
          </a:p>
          <a:p xmlns:a="http://schemas.openxmlformats.org/drawingml/2006/main">
            <a:r>
              <a:t>- Photo by Tamarcus Brown on Unsplash: https://unsplash.com/photos/person-holding-ruler-and-pencil-on-spiral-notebook-eKkeKfDt1Vk</a:t>
            </a:r>
          </a:p>
          <a:p xmlns:a="http://schemas.openxmlformats.org/drawingml/2006/main">
            <a:r>
              <a:t>- Photo by Upshot Ideas on Pexels: https://www.pexels.com/photo/close-up-shot-of-hand-holding-a-smartphone-4093886/</a:t>
            </a:r>
          </a:p>
          <a:p xmlns:a="http://schemas.openxmlformats.org/drawingml/2006/main">
            <a:r>
              <a:t>- Photo by Lisa Fotios on Pexels: https://www.pexels.com/photo/person-holding-black-android-smartphone-taking-photo-of-green-leaf-plant-1290515/</a:t>
            </a:r>
          </a:p>
          <a:p xmlns:a="http://schemas.openxmlformats.org/drawingml/2006/main">
            <a:r>
              <a:t>- Photo license: https://unsplash.com/license</a:t>
            </a:r>
          </a:p>
          <a:p xmlns:a="http://schemas.openxmlformats.org/drawingml/2006/main">
            <a:r>
              <a:t>- Photo license: https://www.pexels.com/license/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  <a:p xmlns:a="http://schemas.openxmlformats.org/drawingml/2006/main">
            <a:r>
              <a:t>- Photo by Howard Bouchevereau on Unsplash: https://unsplash.com/photos/a-white-smart-speaker-on-a-white-surface-kDCIBGqU0_0</a:t>
            </a:r>
          </a:p>
          <a:p xmlns:a="http://schemas.openxmlformats.org/drawingml/2006/main">
            <a:r>
              <a:t>- Photo license: https://unsplash.com/license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lesson plan: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a448c286ef41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0fb85201d54bbd" /><Relationship Type="http://schemas.openxmlformats.org/officeDocument/2006/relationships/slideLayout" Target="/ppt/slideLayouts/slideLayout1.xml" Id="R371d04ce2d9241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1d04ce2d9241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DU STORY">
  <a:themeElements>
    <a:clrScheme name="EDU STOR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DU STOR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226c81bd6402e" /><Relationship Type="http://schemas.openxmlformats.org/officeDocument/2006/relationships/image" Target="/ppt/media/image.bin" Id="R6e35f207368744b1" /><Relationship Type="http://schemas.openxmlformats.org/officeDocument/2006/relationships/notesSlide" Target="/ppt/notesSlides/notesSlide1.xml" Id="R23db9564fbe84c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c970fedb04cf3" /><Relationship Type="http://schemas.openxmlformats.org/officeDocument/2006/relationships/notesSlide" Target="/ppt/notesSlides/notesSlide2.xml" Id="R7c0c16d9c9a942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ebd922282456c" /><Relationship Type="http://schemas.openxmlformats.org/officeDocument/2006/relationships/image" Target="/ppt/media/image2.bin" Id="R1a9d125e281644de" /><Relationship Type="http://schemas.openxmlformats.org/officeDocument/2006/relationships/notesSlide" Target="/ppt/notesSlides/notesSlide3.xml" Id="Rd531e5e92a874c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7d2f4fed54cf2" /><Relationship Type="http://schemas.openxmlformats.org/officeDocument/2006/relationships/notesSlide" Target="/ppt/notesSlides/notesSlide4.xml" Id="R00f760f9c8fc40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07659aadc45b8" /><Relationship Type="http://schemas.openxmlformats.org/officeDocument/2006/relationships/notesSlide" Target="/ppt/notesSlides/notesSlide5.xml" Id="Rfd45ada0a27649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90d54f6874ee4" /><Relationship Type="http://schemas.openxmlformats.org/officeDocument/2006/relationships/image" Target="/ppt/media/image3.bin" Id="R99cfab02be344d1c" /><Relationship Type="http://schemas.openxmlformats.org/officeDocument/2006/relationships/notesSlide" Target="/ppt/notesSlides/notesSlide6.xml" Id="R591884c9c6664b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e014dc9220446f" /><Relationship Type="http://schemas.openxmlformats.org/officeDocument/2006/relationships/image" Target="/ppt/media/image4.bin" Id="R4b13574d7e204863" /><Relationship Type="http://schemas.openxmlformats.org/officeDocument/2006/relationships/notesSlide" Target="/ppt/notesSlides/notesSlide7.xml" Id="R2af4fb5b9c5c42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823ca261f4aa6" /><Relationship Type="http://schemas.openxmlformats.org/officeDocument/2006/relationships/notesSlide" Target="/ppt/notesSlides/notesSlide8.xml" Id="Rdbce2484249d47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f27fac1269479a" /><Relationship Type="http://schemas.openxmlformats.org/officeDocument/2006/relationships/image" Target="/ppt/media/image5.bin" Id="R92a9b696f6e14569" /><Relationship Type="http://schemas.openxmlformats.org/officeDocument/2006/relationships/image" Target="/ppt/media/image6.bin" Id="R83c760812a864196" /><Relationship Type="http://schemas.openxmlformats.org/officeDocument/2006/relationships/image" Target="/ppt/media/image7.bin" Id="Rf2362f9d6b544a4b" /><Relationship Type="http://schemas.openxmlformats.org/officeDocument/2006/relationships/image" Target="/ppt/media/image8.bin" Id="Rcba87e5ff8664dae" /><Relationship Type="http://schemas.openxmlformats.org/officeDocument/2006/relationships/notesSlide" Target="/ppt/notesSlides/notesSlide9.xml" Id="Rb2708b7f050448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990dcd7ee4270" /><Relationship Type="http://schemas.openxmlformats.org/officeDocument/2006/relationships/notesSlide" Target="/ppt/notesSlides/notesSlide10.xml" Id="Re79f1e32286847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a689647944447" /><Relationship Type="http://schemas.openxmlformats.org/officeDocument/2006/relationships/image" Target="/ppt/media/image9.bin" Id="Ra4e5a034a007465c" /><Relationship Type="http://schemas.openxmlformats.org/officeDocument/2006/relationships/notesSlide" Target="/ppt/notesSlides/notesSlide11.xml" Id="R8883baf2d17a43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da77ea03a438e" /><Relationship Type="http://schemas.openxmlformats.org/officeDocument/2006/relationships/notesSlide" Target="/ppt/notesSlides/notesSlide12.xml" Id="Rc90df561d24946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582f1e59e4189" /><Relationship Type="http://schemas.openxmlformats.org/officeDocument/2006/relationships/notesSlide" Target="/ppt/notesSlides/notesSlide13.xml" Id="Rb7fc6004af8241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1ee05349b4c28" /><Relationship Type="http://schemas.openxmlformats.org/officeDocument/2006/relationships/notesSlide" Target="/ppt/notesSlides/notesSlide14.xml" Id="Ra0e254dec16945c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baf386d9a444b" /><Relationship Type="http://schemas.openxmlformats.org/officeDocument/2006/relationships/notesSlide" Target="/ppt/notesSlides/notesSlide15.xml" Id="Rfcda8dd383bc43c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5f207368744b1"/>
          <a:srcRect xmlns:a="http://schemas.openxmlformats.org/drawingml/2006/main" l="15548" t="0" r="1554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05400" y="0"/>
            <a:ext cx="70866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8FEDC-700E-4676-8F06-F2B0E740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105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CABB74-8689-4D26-8A80-D6B1BC85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AI와 함께 만드는 우리 옛이야기 그림책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DFC1E-9EB1-43EE-A9CC-CA97A9DB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405765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4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4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자동으로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4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4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움직이면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4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4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모두 AI일까?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7F9E3-1899-4F57-8B23-D92BFEE0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B64A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09D8C9-3422-4D5E-A1EF-689B0B16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00600"/>
            <a:ext cx="390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자동 기계의 차이를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기능과 근거로 살펴봅니다.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4F708-0D8F-4E82-A2C1-3D0C689B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12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1차시 · 창체+국어 · LOOK</a:t>
            </a:r>
          </a:p>
        </p:txBody>
      </p:sp>
    </p:spTree>
    <p:extLst>
      <p:ext uri="{BB962C8B-B14F-4D97-AF65-F5344CB8AC3E}">
        <p14:creationId xmlns:p14="http://schemas.microsoft.com/office/powerpoint/2010/main" val="1944261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926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CA93D-2DDA-4620-AE6C-BAB25D0F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B4845-C60F-43EC-90C0-3210B949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AEB8B3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AEB8B3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5DD33-797D-4D88-BF11-3D8D6942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AEB8B3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AEB8B3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644A2-1744-4B1F-8813-95069D97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8191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45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45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자동으로 움직이는 기계는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45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45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모두 AI일까요?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D06EAF-2890-4B5B-BCC9-610EFFCC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B64A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DFA8E-ED2E-4EC5-9E49-30E3D0BC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8E377-E566-4A99-BCE8-93DE250A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671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구별하기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82BAA-B051-40E7-AEE7-8F5AA180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671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rPr>
              <a:t>AI 기능과 정해진 자동 동작을 구별합니다.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E8BEE-03B8-47CF-9B94-3C85979D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653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B4A81E-3765-4AFF-9158-06617CAB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425AC-A03C-4CCE-BF41-BFA31996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설명하기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845406-9B67-48EB-8231-FEC68FEF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rPr>
              <a:t>“왜 그렇게 생각했는지” 근거를 말합니다.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419105-20BF-4C95-BA59-EF80CFBB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6534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451257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d125e281644de"/>
          <a:srcRect xmlns:a="http://schemas.openxmlformats.org/drawingml/2006/main" l="0" t="7822" r="0" b="78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BD4E7-C53E-4C5B-944B-4D3B0963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6">
              <a:alpha val="9098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A74A9-AC00-4B91-9D40-609CB97D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 · 생각 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63CCC-A37A-4423-BA32-FAEFB632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57300"/>
            <a:ext cx="38481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9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9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사람이 다가오면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39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9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문이 저절로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39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9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열립니다.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EE27B-7582-4381-87F6-BDAB1068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64A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A9A9A3-214F-456E-A399-A62EC54F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480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21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이 자동문은 AI일까요?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55AE4-41DE-49E1-A112-A3CA8F5F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768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손을 들어 먼저 생각을 표현해 봅시다.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C18415-914A-48C3-9718-C2DCFF9C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3943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2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AI 같다   ·   자동 기계 같다   ·   잘 모르겠다</a:t>
            </a:r>
          </a:p>
        </p:txBody>
      </p:sp>
    </p:spTree>
    <p:extLst>
      <p:ext uri="{BB962C8B-B14F-4D97-AF65-F5344CB8AC3E}">
        <p14:creationId xmlns:p14="http://schemas.microsoft.com/office/powerpoint/2010/main" val="9018237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00DF05-7A0E-415E-8893-DD7FCA60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자동문의 동작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35C4F-D786-4838-B6C9-FDDD1849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8B422-D179-4593-8108-F30B44D0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C5969-EB53-4416-9199-B4142499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정해진 조건이 맞으면, 정해진 동작을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E50A5-7521-43BF-AC30-445F9AF6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일반적인 센서식 자동문은 이 원리로 움직입니다.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B1822-97A7-4E17-B503-FDE5C59F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B058E-2F5D-4371-ABA5-E05AC73E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7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감지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F0D42-AEE7-44CF-B27A-AD3C99AD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센서가 사람을 알아챔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E3A47-CE12-4D7F-BCC7-1D876B81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8F2CF-60B9-4CD9-84D9-1E46AEB7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671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B7893D"/>
                </a:solidFill>
                <a:latin typeface="S-Core Dream"/>
                <a:ea typeface="S-Core Dream"/>
                <a:cs typeface="S-Core Dream"/>
              </a:defRPr>
            </a:pPr>
            <a:r>
              <a:rPr sz="2100" b="1">
                <a:solidFill>
                  <a:srgbClr val="B7893D"/>
                </a:solidFill>
                <a:latin typeface="S-Core Dream"/>
                <a:ea typeface="S-Core Dream"/>
                <a:cs typeface="S-Core Dream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985568-1491-4EF5-B031-20AAAE90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2004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E12CC4-4BAE-4812-A384-3903150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5623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7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296CA8-C4C4-44E1-B62E-18255CAA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862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사람이 가까이 있음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686576-93E4-4B2F-A99B-E69B8E91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1435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1C054-FB07-4158-B1B3-7A7A78AA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B7893D"/>
                </a:solidFill>
                <a:latin typeface="S-Core Dream"/>
                <a:ea typeface="S-Core Dream"/>
                <a:cs typeface="S-Core Dream"/>
              </a:defRPr>
            </a:pPr>
            <a:r>
              <a:rPr sz="2100" b="1">
                <a:solidFill>
                  <a:srgbClr val="B7893D"/>
                </a:solidFill>
                <a:latin typeface="S-Core Dream"/>
                <a:ea typeface="S-Core Dream"/>
                <a:cs typeface="S-Core Dream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29B0DD-5C16-4E27-8652-D54F0BCA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004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0828F6-6E09-486C-8A50-63B5525A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623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7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동작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74AB9E-F020-45B6-882D-4BEB718A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862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문을 열고 닫음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8EFCE0-7CD6-4B6F-836F-072D1C8E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435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4A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21BA3B-7CFC-454D-9A2B-22294A58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핵심 · 같은 조건에는 같은 동작이 반복됩니다.</a:t>
            </a:r>
          </a:p>
        </p:txBody>
      </p:sp>
    </p:spTree>
    <p:extLst>
      <p:ext uri="{BB962C8B-B14F-4D97-AF65-F5344CB8AC3E}">
        <p14:creationId xmlns:p14="http://schemas.microsoft.com/office/powerpoint/2010/main" val="17782717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10AEAD-8F78-4643-A142-A4F16CCB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활동지 1번 · 여덟 사례 분류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F5E93-BF2D-4686-91B9-401852C2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8EA77-7D7A-4F0E-84E3-2B2EB466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4F79A-44A3-4624-897B-02E58EE8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여덟 사례를 네 가지 기능으로 분류합니다.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E853E-3525-43D5-9D6D-16AF845E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활동지의 작동 설명을 읽고 추천·인식·분류·자동기계 중 하나를 씁니다.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4D47A2-2E6B-4E12-9C1A-5438A9DA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F56F5B-CAD2-43FA-A4C2-416BEAF4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289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밑줄 긋기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A4E4A2-A66A-4775-BF2F-4CD65433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28950"/>
            <a:ext cx="6896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작동 설명에서 판단에 필요한 낱말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4729B7-3E92-43D0-A26C-A33A4D68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95EBF5-C4F8-46F3-BF0E-83F364FD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64AE3-75D1-4431-A6C9-A1A93014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433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기능 쓰기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D9FFF-77E1-4099-9C7B-4F83AA8C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943350"/>
            <a:ext cx="6896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추천 · 인식 · 분류 · 자동기계 중 하나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1E7CA5-886D-4B18-B4C1-832D1039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75337C-9D3F-4281-BF49-E47B238D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4EEF5-1BB6-47A6-BC4D-53BC5E93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근거 말하기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DCA25D-4228-41E9-9124-4EBFF95A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57750"/>
            <a:ext cx="6896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짝과 선택한 까닭을 한 문장으로 설명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68543D-DF83-466F-A4F4-13EC15DE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9D4CE1-175B-4839-AB9B-545EFC5E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10325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C93D10-25E3-4E5F-B5F2-4CCF9ADB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864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네 기능 · 추천  /  인식  /  분류  /  자동기계</a:t>
            </a:r>
          </a:p>
        </p:txBody>
      </p:sp>
    </p:spTree>
    <p:extLst>
      <p:ext uri="{BB962C8B-B14F-4D97-AF65-F5344CB8AC3E}">
        <p14:creationId xmlns:p14="http://schemas.microsoft.com/office/powerpoint/2010/main" val="10162669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cfab02be344d1c"/>
          <a:srcRect xmlns:a="http://schemas.openxmlformats.org/drawingml/2006/main" l="0" t="17742" r="0" b="177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05400" y="0"/>
            <a:ext cx="70866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2789D-2213-453D-9D5C-643AD409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105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B04D7-3306-4897-ACDE-18BE489F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06 · AI 기능 ① 인식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1F20A-0888-4DA0-B545-BD269E99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3943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4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4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“오늘 날씨 알려 줘.”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34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4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서로 다른 목소리를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34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4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어떻게 알아들을까요?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8DB68-91B3-49FF-B6A5-B4C19D88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64A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EF14E-A17E-47EA-ABAD-47CB2EBC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719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3D936-6405-4F1D-A40D-7E5D8AC1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10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듣기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F18E9-D20A-4805-9B50-E0293AB4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소리를 자료로 받기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10CB0B-F2F8-4DB9-A6E4-BDAB4615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9EB36A-2671-4309-84A4-80E4ABCF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577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7EFA4-4E73-4BB9-BD83-FB05D231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57750"/>
            <a:ext cx="110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인식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AEE44-3DEE-4410-BE98-2D3E64C6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5775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말의 특징 비교하기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0C0ECD-C37A-4B63-B559-C4128DFC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149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C10535-CA57-4458-8EC0-FC29DC06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435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90B4A-426D-40C1-B634-59E1C2F5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43550"/>
            <a:ext cx="110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4A95D-C417-4181-AF65-B784EF62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54355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알맞은 요청 고르기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51778-8F09-4734-A8D1-2F3E6BE0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007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B3E79F-0D08-49AC-800D-08317BC9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30E6EB-391C-4756-83FE-E7014EA3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062036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3F9F97-93A5-423E-A571-2E6522F6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AI 기능 ② 추천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EA779-BB6F-4D10-BA36-C6DCDEE2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0F58A-7D9F-46EB-9E26-C5657E1C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E19A1-0F4F-4A57-8040-A1311A3C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무엇을 좋아할지 미리 고르는 추천 기능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21597-6BD0-46BD-8B82-C36BAF8D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AI는 이용 기록에서 비슷한 점을 찾아 다음 콘텐츠를 추천할 수 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1D2D7-0542-4945-A4C9-6EB4878A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C7E48-C6D8-457B-A096-7CA1225D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110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기록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4BE6B-E53C-4088-9F73-747E0587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04800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무엇을 보았는지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DE8A3-DF4A-43CC-AB2E-500EB4EC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40994-66D0-4022-91C5-1817B745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2A4314-1552-4A14-8D65-4009162A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86200"/>
            <a:ext cx="110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292353-4A44-47D2-AB2E-9B037E3C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88620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비슷한 선택은 무엇인지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B5A814-BE58-4E67-A5EA-F1DF8745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A30AF-AC2E-487A-8B3F-11066AEB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2AB0DC-4B6B-4D6B-862E-29D04813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24400"/>
            <a:ext cx="110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추천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F62852-9881-454A-B8C7-2661ECDC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2440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다음 콘텐츠 고르기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03F440-47EB-46CD-8DE9-A39ECB5B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3574d7e204863"/>
          <a:srcRect xmlns:a="http://schemas.openxmlformats.org/drawingml/2006/main" l="0" t="6999" r="0" b="6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2857500"/>
            <a:ext cx="5314950" cy="30480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178F48-BE28-4466-92F2-B9A514A2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00750"/>
            <a:ext cx="531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2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시청 기록을 바탕으로 한 콘텐츠 추천</a:t>
            </a:r>
          </a:p>
        </p:txBody>
      </p:sp>
    </p:spTree>
    <p:extLst>
      <p:ext uri="{BB962C8B-B14F-4D97-AF65-F5344CB8AC3E}">
        <p14:creationId xmlns:p14="http://schemas.microsoft.com/office/powerpoint/2010/main" val="413332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926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FDF50-010D-4C5B-8E49-29E6FE4D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구별하는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25918-2F37-4215-A8E4-50AE9143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AEB8B3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AEB8B3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C52EF-C7ED-48BF-AC53-8DEFC0DE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AEB8B3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AEB8B3"/>
                </a:solidFill>
                <a:latin typeface="S-Core Dream"/>
                <a:ea typeface="S-Core Dream"/>
                <a:cs typeface="S-Core Dream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C7195-B463-444D-AEB7-851EA834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981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12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412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“저절로 움직인다”보다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412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412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무슨 기능을 하는지 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EAEBB-8C1B-4C5D-825C-FEB67BB9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B64A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97017-C036-4B21-A323-B24E6247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09EC0-B025-4514-85E8-C056584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E6EAE7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E6EAE7"/>
                </a:solidFill>
                <a:latin typeface="S-Core Dream"/>
                <a:ea typeface="S-Core Dream"/>
                <a:cs typeface="S-Core Dream"/>
              </a:rPr>
              <a:t>여러 입력의 특징을 알아보나요?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D4359-7CD7-40BA-A5B6-41759192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333750"/>
            <a:ext cx="1123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E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75" b="1">
                <a:solidFill>
                  <a:srgbClr val="192623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92623"/>
                </a:solidFill>
                <a:latin typeface="S-Core Dream"/>
                <a:ea typeface="S-Core Dream"/>
                <a:cs typeface="S-Core Dream"/>
              </a:rPr>
              <a:t>인식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1458E-C27D-4573-80AB-173FFF00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653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4D67B7-E40A-4929-8119-EF6A9554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52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CDD28-1446-493A-AAE1-EB2FB29A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5290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E6EAE7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E6EAE7"/>
                </a:solidFill>
                <a:latin typeface="S-Core Dream"/>
                <a:ea typeface="S-Core Dream"/>
                <a:cs typeface="S-Core Dream"/>
              </a:rPr>
              <a:t>비슷한 것을 나누거나 고르나요?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C33F2A-D426-45D3-803B-9A8DB571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52900"/>
            <a:ext cx="1123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E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75" b="1">
                <a:solidFill>
                  <a:srgbClr val="192623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92623"/>
                </a:solidFill>
                <a:latin typeface="S-Core Dream"/>
                <a:ea typeface="S-Core Dream"/>
                <a:cs typeface="S-Core Dream"/>
              </a:rPr>
              <a:t>분류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E14AD-163B-411A-B664-CB64C2D6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653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4EA89-8DFA-4C28-8E06-E72D046D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720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DE324-C1BD-40BA-9E7B-2A43CF42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E6EAE7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E6EAE7"/>
                </a:solidFill>
                <a:latin typeface="S-Core Dream"/>
                <a:ea typeface="S-Core Dream"/>
                <a:cs typeface="S-Core Dream"/>
              </a:rPr>
              <a:t>기록을 비교해 알맞게 추천하나요?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D46E9C-387F-4F6B-8832-E1F0E183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972050"/>
            <a:ext cx="1123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E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75" b="1">
                <a:solidFill>
                  <a:srgbClr val="192623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92623"/>
                </a:solidFill>
                <a:latin typeface="S-Core Dream"/>
                <a:ea typeface="S-Core Dream"/>
                <a:cs typeface="S-Core Dream"/>
              </a:rPr>
              <a:t>추천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81F832-FE93-4DFC-B88F-5B728BA5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435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6534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581323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DBFDE7-2285-4663-87E4-BD40837D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활동 1 · 사진 분류하기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14431-9193-49AC-9931-3B07F682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7F19DE-5F35-4DE6-8B1D-B07FACDA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DDDBB-CBB1-4014-8A73-87527A8A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각 기능을 보고 두 모둠으로 나누어 봅시다.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086EF-10B2-476A-BE94-4855AB05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먼저 두 모둠으로 나누고, 짝과 선택한 근거를 이야기합니다.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9b696f6e14569"/>
          <a:srcRect xmlns:a="http://schemas.openxmlformats.org/drawingml/2006/main" l="14004" t="0" r="140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743200"/>
            <a:ext cx="2324100" cy="21526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14D3AA-B4F0-4B68-BD55-68E39127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2324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5A89B-350D-4323-BAE5-0BBA516A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자동문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760812a864196"/>
          <a:srcRect xmlns:a="http://schemas.openxmlformats.org/drawingml/2006/main" l="14004" t="0" r="140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4250" y="2743200"/>
            <a:ext cx="2324100" cy="21526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1C461-29ED-4407-8237-444C1D40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95850"/>
            <a:ext cx="2324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D9963-921E-42EE-9C6C-206C97BB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9110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자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62f9d6b544a4b"/>
          <a:srcRect xmlns:a="http://schemas.openxmlformats.org/drawingml/2006/main" l="0" t="19332" r="0" b="193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62700" y="2743200"/>
            <a:ext cx="2324100" cy="21526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9229A0-36E4-4C08-B8AF-5471593B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95850"/>
            <a:ext cx="2324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FFF8F-0A8B-4CF1-850F-4AB0BD37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99110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얼굴 인식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a87e5ff8664dae"/>
          <a:srcRect xmlns:a="http://schemas.openxmlformats.org/drawingml/2006/main" l="0" t="19126" r="0" b="191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01150" y="2743200"/>
            <a:ext cx="2324100" cy="215265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20203-8B7D-4F3B-BFBB-9B994A8D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95850"/>
            <a:ext cx="2324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2A2B8F-7A1B-42E5-BB42-69D0C95C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99110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사진 분류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A46501-35DA-4CC0-9A0B-DFB0471E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정해진 조건·규칙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FEB366-365A-483F-90C0-395BD272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53100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자료의 특징을 인식·분류</a:t>
            </a:r>
          </a:p>
        </p:txBody>
      </p:sp>
    </p:spTree>
    <p:extLst>
      <p:ext uri="{BB962C8B-B14F-4D97-AF65-F5344CB8AC3E}">
        <p14:creationId xmlns:p14="http://schemas.microsoft.com/office/powerpoint/2010/main" val="6504451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725E93-5EA9-492C-9E16-1FFCC4C9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분류 결과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C107A-6FAA-496E-BFFC-192B2903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4E258B-E8A9-4139-957E-04681CB0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94823-EAF9-44F6-A09B-120152FD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정답보다 중요한 것은 근거입니다.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A3CAF-1254-4F3C-B734-09E6AC1E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기계의 이름이 아니라, 지금 살펴본 기능을 기준으로 말합니다.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FD139-4B9A-4901-87E8-10E6A0AA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5143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33789-BE58-4655-9C97-40BF9DB9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0350"/>
            <a:ext cx="51435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71EF1C-92E4-478A-8790-6F9F9B90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4610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정해진 조건·규칙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80B5E-1DF8-4B50-A3B7-1880FF6D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29050"/>
            <a:ext cx="4610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자동문  ·  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1410AB-5123-461E-BF51-0EAC22AB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4610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같은 조건에 같은 결과를 냅니다.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F7DD5-125C-44D4-945A-041FB2A6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5150"/>
            <a:ext cx="4610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AI 기능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EA8B9C-1A10-42B6-94FC-DE690CFD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29050"/>
            <a:ext cx="4610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얼굴 인식  ·  사진 분류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CD4A44-2D87-46F3-B3CE-F0205301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91050"/>
            <a:ext cx="4610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DBE4DF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0">
                <a:solidFill>
                  <a:srgbClr val="DBE4DF"/>
                </a:solidFill>
                <a:latin typeface="S-Core Dream"/>
                <a:ea typeface="S-Core Dream"/>
                <a:cs typeface="S-Core Dream"/>
              </a:rPr>
              <a:t>자료에서 특징을 찾아 알아보거나 나눕니다.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9E6770-3FC8-4295-AF80-F547E429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912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말하기 틀 · “이 기능은 ______을 비교하여 ______하기 때문에 AI라고 생각합니다.”</a:t>
            </a:r>
          </a:p>
        </p:txBody>
      </p:sp>
    </p:spTree>
    <p:extLst>
      <p:ext uri="{BB962C8B-B14F-4D97-AF65-F5344CB8AC3E}">
        <p14:creationId xmlns:p14="http://schemas.microsoft.com/office/powerpoint/2010/main" val="142097667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5a034a007465c"/>
          <a:srcRect xmlns:a="http://schemas.openxmlformats.org/drawingml/2006/main" l="0" t="6204" r="0" b="62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E1A56-2CE4-411D-84AA-C2F080BC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0"/>
            <a:ext cx="6972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A7760-25A3-4238-8578-A5616BBE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11 · 생각 넓히기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071BB-E780-4774-8F84-68E362D3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123950"/>
            <a:ext cx="5753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1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한 기계 안에 AI 기능과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1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자동 기능이 함께 있을 수 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AEA3C-2F46-4602-AB10-53D3DA3E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908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B64A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F935EF-D0A7-4DEE-9341-A1FCEA04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4099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10CD2-D5BB-4A10-B9CB-D66A05EE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099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말 인식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A5005-AC7E-4088-94F6-07718DCA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09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서로 다른 목소리의 특징을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3A718-8327-4210-9158-7CB737D6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00500"/>
            <a:ext cx="560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D8D8A-12C2-4356-A204-11817550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4386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자동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D8EED1-4B6D-4081-9843-B6B94A58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386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알람 울림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2A04D-96D9-4486-AF45-69BAE0F0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386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정해진 시각에 같은 소리를 재생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6622A-59FA-4BA4-BE44-B01C33D3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029200"/>
            <a:ext cx="560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DD43B-F810-4B4C-9A08-F6280944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619750"/>
            <a:ext cx="560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그래서 제품 전체보다 “어떤 기능인가?”를 물어야 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DA7072-4DE3-4FB3-B3D2-622501AC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C108E-3F7D-455F-BF5F-54D07AF5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257755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7C61DA-44A2-44FA-A43C-4DD0C9E2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판단하는 네 가지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0EC5E7-F7A1-4BCF-A197-21951A0E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7A8B6-8830-421F-8AFC-ED3E44D7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5152E7-160F-4514-8FCF-3951C4AC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기계의 기능을 네 단계로 살펴봅니다.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3E9C4-5ED5-4F44-9A9D-4131D244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7D8D1-4212-4AB9-8F1B-E4D68DED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2362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입력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66AD9-1319-4D02-AD60-B09E2E20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무엇을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받나요?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65FA5-F8E7-431D-B065-600B9818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67300"/>
            <a:ext cx="2362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FE00A-D15F-43A6-B605-2E5AE284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09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C5165-0B99-4A79-A19B-F08AC3DF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362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비교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A0D2D4-366D-4DC5-8E21-AA2AE874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290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무엇을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살피나요?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BC34B-0069-4943-8099-790633C3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67300"/>
            <a:ext cx="2362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FD1E4-979D-41E2-8A90-AF941E8A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9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1BCB78-A241-46C2-956C-1A36971E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2362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판단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F79CD9-5DA4-4888-828B-5662BD03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290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무엇을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고르나요?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01DDF6-6A5F-4E99-BF5F-2C0C6C2B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67300"/>
            <a:ext cx="2362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4A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E9279-8DE2-4E63-8221-13617183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09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D3916-3DC3-4A6E-9B1C-E87233DA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2362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결과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796D2-DE99-4942-875A-D4D477AF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290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무엇을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하나요?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D1E5D0-952B-4AAE-ACD6-590687E6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067300"/>
            <a:ext cx="2362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387BEE-0A92-4699-8698-8E90A93F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721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500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참고 · 자동문도 제품에 따라 기능이 다를 수 있으므로, 실제 기능을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5919556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2B853E-944E-4997-8E92-6ED09FCE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활동 2 · 학교 속 기능 판단하기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26D02-6C69-4CDA-A64A-CEB39567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01703-EFB0-4DF4-9A83-9A7B5659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0D957-954F-4007-B0E3-7ABD74D7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525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다음 기능은 어느 쪽에 가까울까요?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0DAA78-DBBB-460A-805D-9986E8E1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4000"/>
              </a:lnSpc>
              <a:buNone/>
              <a:def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650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한 가지를 골라 입력·비교·판단·결과의 순서로 설명합니다.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0A609-4EEA-4746-B1BD-7F0E303F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1C442-84C3-49A9-A446-A1B98DAF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146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복도 센서등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D2DFB-DEB8-4346-A21F-5F1CF0DE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480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움직임이 감지되면 불이 켜짐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70387E-9E8E-455E-880B-3EA7B0C5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174118-D5B1-4DD1-BE2D-CCEBD44A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146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01B59D-9C43-4170-A8C3-D82A9015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146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도서관 얼굴 인식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40B0DB-EF78-43C9-B543-2CDEE114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480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얼굴 특징을 비교해 출입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70C13F-19D4-4FDE-8A68-B05F8438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386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2231C-8A6C-443B-8D6B-45CE3099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100C4-4C91-4446-A579-955CAEB5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053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학교 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96A41-4BC4-41F8-9CF0-666704B4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8387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정해진 시각에 같은 소리가 울림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98DAD0-CC76-456D-883E-3691A736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4A4000-6F9A-4DB4-B2D1-45948E5C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05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0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B8437A-A3B2-4429-8D3E-84F3DEB6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053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10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맞춤 문제 추천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F1E2E3-6508-4078-A249-9A93EAD5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387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학습 기록을 보고 다음 문제를 고름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13D16F-1D81-4C44-A2EC-B0A83AC2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4292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328A85-1828-44A2-BBF9-49BD825D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자동 기능인지 AI 기능인지 말하고, 반드시 까닭을 붙이세요.</a:t>
            </a:r>
          </a:p>
        </p:txBody>
      </p:sp>
    </p:spTree>
    <p:extLst>
      <p:ext uri="{BB962C8B-B14F-4D97-AF65-F5344CB8AC3E}">
        <p14:creationId xmlns:p14="http://schemas.microsoft.com/office/powerpoint/2010/main" val="6206201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B8DD7-FA53-4362-B2E3-40844949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활동지 정리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1927B5-6C53-4ED0-822B-1ECDEF88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0FD4F-7376-4154-BF39-9E2ADC57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F6FFE-ED43-495F-9AD0-E1793C68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2870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7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37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한 사례를 골라 근거를 한 문장으로 씁니다.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C250F-D3DF-4D99-9F7F-1CF8F0FF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D4219-CB10-49DA-834F-74E2F03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193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사례 고르기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FF3C7-3B6D-41E4-8000-9AAF61CA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193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여덟 사례 중 하나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94954F-08F1-45BA-908D-1160A696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1D900-46B8-4354-AA6D-AFF61CB2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B0FC89-7D9F-4B51-BF21-893BC0DF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429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핵심어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5834A0-9DFD-4F5C-B4C5-89AC3605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290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작동 설명에서 판단 근거 옮기기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A828C-673C-47C7-93D0-C17D26D1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C8F8F4-B156-4A45-9FE7-E481CB71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9F91EC-83B4-4C46-8654-921B9ED3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386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202B29"/>
                </a:solidFill>
                <a:latin typeface="S-Core Dream"/>
                <a:ea typeface="S-Core Dream"/>
                <a:cs typeface="S-Core Dream"/>
              </a:rPr>
              <a:t>문장 쓰기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27B703-F844-4CCD-9C11-98E980B6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4386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66726D"/>
                </a:solidFill>
                <a:latin typeface="S-Core Dream"/>
                <a:ea typeface="S-Core Dream"/>
                <a:cs typeface="S-Core Dream"/>
              </a:rPr>
              <a:t>네 가지 기능 중 하나와 까닭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3E4E9-ADB0-432F-B279-D984C839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2B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BF041-E30D-42B3-A327-BE524D0D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10401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AEE7E8-95DC-41D9-AE69-3947C65B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15000"/>
            <a:ext cx="998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24564C"/>
                </a:solidFill>
                <a:latin typeface="S-Core Dream"/>
                <a:ea typeface="S-Core Dream"/>
                <a:cs typeface="S-Core Dream"/>
              </a:rPr>
              <a:t>문장 틀 · “이 사례는 ______을/를 ______하므로 ______ 기능입니다.”</a:t>
            </a:r>
          </a:p>
        </p:txBody>
      </p:sp>
    </p:spTree>
    <p:extLst>
      <p:ext uri="{BB962C8B-B14F-4D97-AF65-F5344CB8AC3E}">
        <p14:creationId xmlns:p14="http://schemas.microsoft.com/office/powerpoint/2010/main" val="10216687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926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3FB7EF-3812-44C9-AA10-2E3750CD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1050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오늘의 정리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36573-6572-46BA-A0CC-527E72A9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825" b="0">
                <a:solidFill>
                  <a:srgbClr val="AEB8B3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0">
                <a:solidFill>
                  <a:srgbClr val="AEB8B3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3C6BD-5747-422A-AB51-D61B73B8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825" b="1">
                <a:solidFill>
                  <a:srgbClr val="AEB8B3"/>
                </a:solidFill>
                <a:latin typeface="S-Core Dream"/>
                <a:ea typeface="S-Core Dream"/>
                <a:cs typeface="S-Core Dream"/>
              </a:defRPr>
            </a:pPr>
            <a:r>
              <a:rPr sz="825" b="1">
                <a:solidFill>
                  <a:srgbClr val="AEB8B3"/>
                </a:solidFill>
                <a:latin typeface="S-Core Dream"/>
                <a:ea typeface="S-Core Dream"/>
                <a:cs typeface="S-Core Dream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466CE-8C01-4194-9753-F89D1892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858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4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4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자동과 AI는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4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4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같지 않습니다.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1C1E9E-8F6D-4F5C-B52F-031015DD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B64A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743FD-AAA7-4D87-B277-B8829CED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6710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A5076-4FD9-468A-B186-3C09488F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671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자동 기능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BB8603-9993-46C6-A581-6C15378B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67100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rPr>
              <a:t>정해진 조건과 순서대로 반복합니다.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B98AD-3B67-4E6A-BF80-8A3672DE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653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61168-3773-40D1-8569-D3657BD9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1">
                <a:solidFill>
                  <a:srgbClr val="B64A3A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E7B34-F090-4AB6-B56E-A123917C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005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AI 기능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371C1-8EBA-4D68-8F6F-3B885260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00550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D1D8D4"/>
                </a:solidFill>
                <a:latin typeface="S-Core Dream"/>
                <a:ea typeface="S-Core Dream"/>
                <a:cs typeface="S-Core Dream"/>
              </a:rPr>
              <a:t>자료의 특징을 인식·분류·추천합니다.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CE2227-051E-41C0-BFF9-87B1A252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9110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653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ADD840-DA29-4CB2-91B6-02E6F89F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DCE7E1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1">
                <a:solidFill>
                  <a:srgbClr val="DCE7E1"/>
                </a:solidFill>
                <a:latin typeface="S-Core Dream"/>
                <a:ea typeface="S-Core Dream"/>
                <a:cs typeface="S-Core Dream"/>
              </a:rPr>
              <a:t>나가기 질문 · “우리 주변에서 AI 기능 하나를 찾아 근거와 함께 말해 보세요.”</a:t>
            </a:r>
          </a:p>
        </p:txBody>
      </p:sp>
    </p:spTree>
    <p:extLst>
      <p:ext uri="{BB962C8B-B14F-4D97-AF65-F5344CB8AC3E}">
        <p14:creationId xmlns:p14="http://schemas.microsoft.com/office/powerpoint/2010/main" val="1383256980"/>
      </p:ext>
    </p:extLst>
  </p:cSld>
</p:sld>
</file>

<file path=ppt/theme/theme1.xml><?xml version="1.0" encoding="utf-8"?>
<a:theme xmlns:a="http://schemas.openxmlformats.org/drawingml/2006/main" name="EDU STORY">
  <a:themeElements>
    <a:clrScheme name="EDU STOR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DU STOR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2026-09-01T22:34:06.8660000Z</dcterms:created>
  <dcterms:modified xsi:type="dcterms:W3CDTF">2026-09-01T22:34:06.8660000Z</dcterms:modified>
</coreProperties>
</file>