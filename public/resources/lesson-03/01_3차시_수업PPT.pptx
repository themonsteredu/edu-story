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f1eb04aa604758" /><Relationship Type="http://schemas.openxmlformats.org/officeDocument/2006/relationships/extended-properties" Target="/docProps/app.xml" Id="Rcd2e9864a2954edb" /><Relationship Type="http://schemas.openxmlformats.org/officeDocument/2006/relationships/officeDocument" Target="/ppt/presentation.xml" Id="R19304462a3f0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9b0f59e1f4c6e"/>
  </p:sldMasterIdLst>
  <p:notesMasterIdLst>
    <p:notesMasterId xmlns:r="http://schemas.openxmlformats.org/officeDocument/2006/relationships" r:id="R666d9327218249b0"/>
  </p:notesMasterIdLst>
  <p:sldIdLst>
    <p:sldId xmlns:r="http://schemas.openxmlformats.org/officeDocument/2006/relationships" id="256" r:id="R7fd0163495c94b27"/>
    <p:sldId xmlns:r="http://schemas.openxmlformats.org/officeDocument/2006/relationships" id="257" r:id="R572c74164cee4d31"/>
    <p:sldId xmlns:r="http://schemas.openxmlformats.org/officeDocument/2006/relationships" id="258" r:id="Rbf1f4869d7ec4ea1"/>
    <p:sldId xmlns:r="http://schemas.openxmlformats.org/officeDocument/2006/relationships" id="259" r:id="R66bd45f649cc4aa8"/>
    <p:sldId xmlns:r="http://schemas.openxmlformats.org/officeDocument/2006/relationships" id="260" r:id="R9eae8819adca4131"/>
    <p:sldId xmlns:r="http://schemas.openxmlformats.org/officeDocument/2006/relationships" id="261" r:id="R2e8bb4c7f2534609"/>
    <p:sldId xmlns:r="http://schemas.openxmlformats.org/officeDocument/2006/relationships" id="262" r:id="R646a9165b3dd4f5f"/>
    <p:sldId xmlns:r="http://schemas.openxmlformats.org/officeDocument/2006/relationships" id="263" r:id="R8424fd89612f4a20"/>
    <p:sldId xmlns:r="http://schemas.openxmlformats.org/officeDocument/2006/relationships" id="264" r:id="R537b802c6fc04b72"/>
    <p:sldId xmlns:r="http://schemas.openxmlformats.org/officeDocument/2006/relationships" id="265" r:id="R7a151e8686664028"/>
    <p:sldId xmlns:r="http://schemas.openxmlformats.org/officeDocument/2006/relationships" id="266" r:id="R1ea3719605404b2e"/>
    <p:sldId xmlns:r="http://schemas.openxmlformats.org/officeDocument/2006/relationships" id="267" r:id="R14dd5f6485424456"/>
    <p:sldId xmlns:r="http://schemas.openxmlformats.org/officeDocument/2006/relationships" id="268" r:id="Rdcfb38a51ece4f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26e9bfd78b4d04" /><Relationship Type="http://schemas.openxmlformats.org/officeDocument/2006/relationships/slideMaster" Target="/ppt/slideMasters/slideMaster1.xml" Id="Rab69b0f59e1f4c6e" /><Relationship Type="http://schemas.openxmlformats.org/officeDocument/2006/relationships/notesMaster" Target="/ppt/notesMasters/notesMaster1.xml" Id="R666d9327218249b0" /><Relationship Type="http://schemas.openxmlformats.org/officeDocument/2006/relationships/presProps" Target="/ppt/presProps.xml" Id="R477450c800884070" /><Relationship Type="http://schemas.openxmlformats.org/officeDocument/2006/relationships/tableStyles" Target="/ppt/tableStyles.xml" Id="R8c9e89f31d304f5b" /><Relationship Type="http://schemas.openxmlformats.org/officeDocument/2006/relationships/slide" Target="/ppt/slides/slide1.xml" Id="R7fd0163495c94b27" /><Relationship Type="http://schemas.openxmlformats.org/officeDocument/2006/relationships/slide" Target="/ppt/slides/slide2.xml" Id="R572c74164cee4d31" /><Relationship Type="http://schemas.openxmlformats.org/officeDocument/2006/relationships/slide" Target="/ppt/slides/slide3.xml" Id="Rbf1f4869d7ec4ea1" /><Relationship Type="http://schemas.openxmlformats.org/officeDocument/2006/relationships/slide" Target="/ppt/slides/slide4.xml" Id="R66bd45f649cc4aa8" /><Relationship Type="http://schemas.openxmlformats.org/officeDocument/2006/relationships/slide" Target="/ppt/slides/slide5.xml" Id="R9eae8819adca4131" /><Relationship Type="http://schemas.openxmlformats.org/officeDocument/2006/relationships/slide" Target="/ppt/slides/slide6.xml" Id="R2e8bb4c7f2534609" /><Relationship Type="http://schemas.openxmlformats.org/officeDocument/2006/relationships/slide" Target="/ppt/slides/slide7.xml" Id="R646a9165b3dd4f5f" /><Relationship Type="http://schemas.openxmlformats.org/officeDocument/2006/relationships/slide" Target="/ppt/slides/slide8.xml" Id="R8424fd89612f4a20" /><Relationship Type="http://schemas.openxmlformats.org/officeDocument/2006/relationships/slide" Target="/ppt/slides/slide9.xml" Id="R537b802c6fc04b72" /><Relationship Type="http://schemas.openxmlformats.org/officeDocument/2006/relationships/slide" Target="/ppt/slides/slide10.xml" Id="R7a151e8686664028" /><Relationship Type="http://schemas.openxmlformats.org/officeDocument/2006/relationships/slide" Target="/ppt/slides/slide11.xml" Id="R1ea3719605404b2e" /><Relationship Type="http://schemas.openxmlformats.org/officeDocument/2006/relationships/slide" Target="/ppt/slides/slide12.xml" Id="R14dd5f6485424456" /><Relationship Type="http://schemas.openxmlformats.org/officeDocument/2006/relationships/slide" Target="/ppt/slides/slide13.xml" Id="Rdcfb38a51ece4f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8fd747c7d4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DU STORY">
  <a:themeElements>
    <a:clrScheme name="EDU STO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U S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ab121069a04cb9" /><Relationship Type="http://schemas.openxmlformats.org/officeDocument/2006/relationships/notesMaster" Target="/ppt/notesMasters/notesMaster1.xml" Id="R04ea205e7c9b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82d4512b9463c" /><Relationship Type="http://schemas.openxmlformats.org/officeDocument/2006/relationships/notesMaster" Target="/ppt/notesMasters/notesMaster1.xml" Id="Ra8863d2ccab3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92d353347423d" /><Relationship Type="http://schemas.openxmlformats.org/officeDocument/2006/relationships/notesMaster" Target="/ppt/notesMasters/notesMaster1.xml" Id="Rea0add971b24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bdb3d3b734a61" /><Relationship Type="http://schemas.openxmlformats.org/officeDocument/2006/relationships/notesMaster" Target="/ppt/notesMasters/notesMaster1.xml" Id="R737cfea96d47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7d47dc505a4ffd" /><Relationship Type="http://schemas.openxmlformats.org/officeDocument/2006/relationships/notesMaster" Target="/ppt/notesMasters/notesMaster1.xml" Id="R199359152b03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fecee4f10a4e27" /><Relationship Type="http://schemas.openxmlformats.org/officeDocument/2006/relationships/notesMaster" Target="/ppt/notesMasters/notesMaster1.xml" Id="R0aebc9b72fa745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3ecc6a77e49e1" /><Relationship Type="http://schemas.openxmlformats.org/officeDocument/2006/relationships/notesMaster" Target="/ppt/notesMasters/notesMaster1.xml" Id="Rf391e690c11d4b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adaa62400b4261" /><Relationship Type="http://schemas.openxmlformats.org/officeDocument/2006/relationships/notesMaster" Target="/ppt/notesMasters/notesMaster1.xml" Id="R386ec86746534b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4d38ab9b044c8" /><Relationship Type="http://schemas.openxmlformats.org/officeDocument/2006/relationships/notesMaster" Target="/ppt/notesMasters/notesMaster1.xml" Id="Rf1dc36711cf943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30a4f712714ebc" /><Relationship Type="http://schemas.openxmlformats.org/officeDocument/2006/relationships/notesMaster" Target="/ppt/notesMasters/notesMaster1.xml" Id="R689a4e119d6644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a3789e42249a4" /><Relationship Type="http://schemas.openxmlformats.org/officeDocument/2006/relationships/notesMaster" Target="/ppt/notesMasters/notesMaster1.xml" Id="R52112cbac4404d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157f6335ef485e" /><Relationship Type="http://schemas.openxmlformats.org/officeDocument/2006/relationships/notesMaster" Target="/ppt/notesMasters/notesMaster1.xml" Id="Rfd60a2783f9042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ecca9a67fe467f" /><Relationship Type="http://schemas.openxmlformats.org/officeDocument/2006/relationships/notesMaster" Target="/ppt/notesMasters/notesMaster1.xml" Id="R3fc4f6e084fc41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Ahmadreza Rezaie, Unsplash: https://unsplash.com/photos/children-learning-and-creating-art-in-a-classroom-FxzoAr9QBKw</a:t>
            </a:r>
          </a:p>
          <a:p xmlns:a="http://schemas.openxmlformats.org/drawingml/2006/main">
            <a:r>
              <a:t>- Lisa Fotios, Pexels: https://www.pexels.com/photo/person-holding-black-android-smartphone-taking-photo-of-green-leaf-plant-1290515/</a:t>
            </a:r>
          </a:p>
          <a:p xmlns:a="http://schemas.openxmlformats.org/drawingml/2006/main">
            <a:r>
              <a:t>- Tamarcus Brown, Unsplash: https://unsplash.com/photos/person-holding-ruler-and-pencil-on-spiral-notebook-eKkeKfDt1Vk</a:t>
            </a:r>
          </a:p>
          <a:p xmlns:a="http://schemas.openxmlformats.org/drawingml/2006/main">
            <a:r>
              <a:t>- Unsplash License: https://unsplash.com/license</a:t>
            </a:r>
          </a:p>
          <a:p xmlns:a="http://schemas.openxmlformats.org/drawingml/2006/main">
            <a:r>
              <a:t>- Pexels License: https://www.pexels.com/license/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WAV playback: https://edu-story-nine.vercel.app/assets/lesson-03/birds-morning.wav</a:t>
            </a:r>
          </a:p>
          <a:p xmlns:a="http://schemas.openxmlformats.org/drawingml/2006/main">
            <a:r>
              <a:t>- WAV playback: https://edu-story-nine.vercel.app/assets/lesson-03/thunder-low.wav</a:t>
            </a:r>
          </a:p>
          <a:p xmlns:a="http://schemas.openxmlformats.org/drawingml/2006/main">
            <a:r>
              <a:t>- WAV playback: https://edu-story-nine.vercel.app/assets/lesson-03/wind-low.wav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Classification WAV 1: https://edu-story-nine.vercel.app/assets/lesson-03/rain-soft.wav</a:t>
            </a:r>
          </a:p>
          <a:p xmlns:a="http://schemas.openxmlformats.org/drawingml/2006/main">
            <a:r>
              <a:t>- Classification WAV 2: https://edu-story-nine.vercel.app/assets/lesson-03/birds-morning.wav</a:t>
            </a:r>
          </a:p>
          <a:p xmlns:a="http://schemas.openxmlformats.org/drawingml/2006/main">
            <a:r>
              <a:t>- Student activity URL: https://edu-story-nine.vercel.app/lesson/3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Ahmadreza Rezaie, Unsplash: https://unsplash.com/photos/children-learning-and-creating-art-in-a-classroom-FxzoAr9QBKw</a:t>
            </a:r>
          </a:p>
          <a:p xmlns:a="http://schemas.openxmlformats.org/drawingml/2006/main">
            <a:r>
              <a:t>- WAV playback: https://edu-story-nine.vercel.app/assets/lesson-03/birds-morning.wav</a:t>
            </a:r>
          </a:p>
          <a:p xmlns:a="http://schemas.openxmlformats.org/drawingml/2006/main">
            <a:r>
              <a:t>- Unsplash License: https://unsplash.com/license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Ahmadreza Rezaie, Unsplash: https://unsplash.com/photos/children-learning-and-creating-art-in-a-classroom-FxzoAr9QBKw</a:t>
            </a:r>
          </a:p>
          <a:p xmlns:a="http://schemas.openxmlformats.org/drawingml/2006/main">
            <a:r>
              <a:t>- WAV playback: https://edu-story-nine.vercel.app/assets/lesson-03/thunder-low.wav</a:t>
            </a:r>
          </a:p>
          <a:p xmlns:a="http://schemas.openxmlformats.org/drawingml/2006/main">
            <a:r>
              <a:t>- Unsplash License: https://unsplash.com/license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Ahmadreza Rezaie, Unsplash: https://unsplash.com/photos/children-learning-and-creating-art-in-a-classroom-FxzoAr9QBKw</a:t>
            </a:r>
          </a:p>
          <a:p xmlns:a="http://schemas.openxmlformats.org/drawingml/2006/main">
            <a:r>
              <a:t>- WAV playback: https://edu-story-nine.vercel.app/assets/lesson-03/birds-morning.wav</a:t>
            </a:r>
          </a:p>
          <a:p xmlns:a="http://schemas.openxmlformats.org/drawingml/2006/main">
            <a:r>
              <a:t>- WAV playback: https://edu-story-nine.vercel.app/assets/lesson-03/thunder-low.wav</a:t>
            </a:r>
          </a:p>
          <a:p xmlns:a="http://schemas.openxmlformats.org/drawingml/2006/main">
            <a:r>
              <a:t>- Unsplash License: https://unsplash.com/license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Student activity URL: https://edu-story-nine.vercel.app/lesson/3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EDU STORY lesson 3 instructional adaptation: text, image, and sound data classification and scene-data planning</a:t>
            </a:r>
          </a:p>
          <a:p xmlns:a="http://schemas.openxmlformats.org/drawingml/2006/main">
            <a:r>
              <a:t>- No generative AI, generated imagery, SVG illustration, or external classroom tool is used in this lesson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739df860244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5e82ef2c3463e" /><Relationship Type="http://schemas.openxmlformats.org/officeDocument/2006/relationships/slideLayout" Target="/ppt/slideLayouts/slideLayout1.xml" Id="R328f27d234db40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f27d234db40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DU STORY">
  <a:themeElements>
    <a:clrScheme name="EDU STO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U S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c4d698b7b4882" /><Relationship Type="http://schemas.openxmlformats.org/officeDocument/2006/relationships/notesSlide" Target="/ppt/notesSlides/notesSlide1.xml" Id="R1cf6bee3176e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a367c0fbf46c4" /><Relationship Type="http://schemas.openxmlformats.org/officeDocument/2006/relationships/notesSlide" Target="/ppt/notesSlides/notesSlide2.xml" Id="R5152335e46924a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8c80592074026" /><Relationship Type="http://schemas.openxmlformats.org/officeDocument/2006/relationships/notesSlide" Target="/ppt/notesSlides/notesSlide3.xml" Id="Ra3440998ffa044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54b75d5944e99" /><Relationship Type="http://schemas.openxmlformats.org/officeDocument/2006/relationships/notesSlide" Target="/ppt/notesSlides/notesSlide4.xml" Id="R806ef901255449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6579f2fbc443b" /><Relationship Type="http://schemas.openxmlformats.org/officeDocument/2006/relationships/image" Target="/ppt/media/image.bin" Id="Rfa8d1e6d56984b0a" /><Relationship Type="http://schemas.openxmlformats.org/officeDocument/2006/relationships/image" Target="/ppt/media/image2.bin" Id="R1bb2fd493a224da6" /><Relationship Type="http://schemas.openxmlformats.org/officeDocument/2006/relationships/image" Target="/ppt/media/image3.bin" Id="R287c97af59d542bb" /><Relationship Type="http://schemas.openxmlformats.org/officeDocument/2006/relationships/notesSlide" Target="/ppt/notesSlides/notesSlide5.xml" Id="Rf95359a278074e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e38cfa1d3454a" /><Relationship Type="http://schemas.openxmlformats.org/officeDocument/2006/relationships/hyperlink" Target="https://edu-story-nine.vercel.app/assets/lesson-03/birds-morning.wav" TargetMode="External" Id="R8a2807c8fc1f4eef" /><Relationship Type="http://schemas.openxmlformats.org/officeDocument/2006/relationships/hyperlink" Target="https://edu-story-nine.vercel.app/assets/lesson-03/thunder-low.wav" TargetMode="External" Id="R5922aaba6d7e4b19" /><Relationship Type="http://schemas.openxmlformats.org/officeDocument/2006/relationships/hyperlink" Target="https://edu-story-nine.vercel.app/assets/lesson-03/wind-low.wav" TargetMode="External" Id="Rd09768170ef7402f" /><Relationship Type="http://schemas.openxmlformats.org/officeDocument/2006/relationships/notesSlide" Target="/ppt/notesSlides/notesSlide6.xml" Id="Rded680373e4348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c445209714e78" /><Relationship Type="http://schemas.openxmlformats.org/officeDocument/2006/relationships/hyperlink" Target="https://edu-story-nine.vercel.app/assets/lesson-03/rain-soft.wav" TargetMode="External" Id="R5385d9c97cef4f0a" /><Relationship Type="http://schemas.openxmlformats.org/officeDocument/2006/relationships/hyperlink" Target="https://edu-story-nine.vercel.app/assets/lesson-03/birds-morning.wav" TargetMode="External" Id="R93275d27f65b4349" /><Relationship Type="http://schemas.openxmlformats.org/officeDocument/2006/relationships/hyperlink" Target="https://edu-story-nine.vercel.app/lesson/3" TargetMode="External" Id="R160d7149ab9844e7" /><Relationship Type="http://schemas.openxmlformats.org/officeDocument/2006/relationships/notesSlide" Target="/ppt/notesSlides/notesSlide7.xml" Id="R3f17ced487d7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9fcd15d8d4e0a" /><Relationship Type="http://schemas.openxmlformats.org/officeDocument/2006/relationships/notesSlide" Target="/ppt/notesSlides/notesSlide8.xml" Id="Rbb879ae1363645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955d727484132" /><Relationship Type="http://schemas.openxmlformats.org/officeDocument/2006/relationships/image" Target="/ppt/media/image4.bin" Id="R0b30eeb3398443d5" /><Relationship Type="http://schemas.openxmlformats.org/officeDocument/2006/relationships/hyperlink" Target="https://edu-story-nine.vercel.app/assets/lesson-03/birds-morning.wav" TargetMode="External" Id="R15726cf7bb6341b6" /><Relationship Type="http://schemas.openxmlformats.org/officeDocument/2006/relationships/notesSlide" Target="/ppt/notesSlides/notesSlide9.xml" Id="Rb63195e790a34f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e9c557db64e74" /><Relationship Type="http://schemas.openxmlformats.org/officeDocument/2006/relationships/image" Target="/ppt/media/image5.bin" Id="R4bdc74e551924f43" /><Relationship Type="http://schemas.openxmlformats.org/officeDocument/2006/relationships/hyperlink" Target="https://edu-story-nine.vercel.app/assets/lesson-03/thunder-low.wav" TargetMode="External" Id="R85718b497baa41d5" /><Relationship Type="http://schemas.openxmlformats.org/officeDocument/2006/relationships/notesSlide" Target="/ppt/notesSlides/notesSlide10.xml" Id="Re0b57b398ded45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a62ed08724b65" /><Relationship Type="http://schemas.openxmlformats.org/officeDocument/2006/relationships/image" Target="/ppt/media/image6.bin" Id="R474b5372bcb94d64" /><Relationship Type="http://schemas.openxmlformats.org/officeDocument/2006/relationships/hyperlink" Target="https://edu-story-nine.vercel.app/assets/lesson-03/birds-morning.wav" TargetMode="External" Id="Ra5ce4f77a368490d" /><Relationship Type="http://schemas.openxmlformats.org/officeDocument/2006/relationships/image" Target="/ppt/media/image7.bin" Id="R5a26abad20b14db4" /><Relationship Type="http://schemas.openxmlformats.org/officeDocument/2006/relationships/hyperlink" Target="https://edu-story-nine.vercel.app/assets/lesson-03/thunder-low.wav" TargetMode="External" Id="R6c8ba3d842734edc" /><Relationship Type="http://schemas.openxmlformats.org/officeDocument/2006/relationships/notesSlide" Target="/ppt/notesSlides/notesSlide11.xml" Id="R2287560aca674a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be1c2e394439f" /><Relationship Type="http://schemas.openxmlformats.org/officeDocument/2006/relationships/notesSlide" Target="/ppt/notesSlides/notesSlide12.xml" Id="R74b3ad2deca545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24960e0104f37" /><Relationship Type="http://schemas.openxmlformats.org/officeDocument/2006/relationships/notesSlide" Target="/ppt/notesSlides/notesSlide13.xml" Id="Ra645487e68fa43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B5187-0078-4ED4-AA87-9FE2B7D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0"/>
            <a:ext cx="3771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0E329-714E-4478-A0A8-26C6C16F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AI와 함께 만드는 우리 옛이야기 그림책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10698-D277-4640-8E6F-A8EF935C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31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2FC1D-A9CE-478E-B19A-A76BF1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3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AI가 이해하는 데이터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3BB5C-4346-4AAA-9EDB-4466787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6991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9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문자·이미지·소리를 구분하고, 한 장면에 알맞은 자료를 골라 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EF7D8-9699-4FC5-8CDD-6EDBE7F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3차시 · 국어 · EXPLORE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C8615-5EAC-4D79-AC60-A1BFDC84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4350"/>
            <a:ext cx="2552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950" b="0">
                <a:solidFill>
                  <a:srgbClr val="E8DDCB"/>
                </a:solidFill>
                <a:latin typeface="S-Core Dream"/>
                <a:ea typeface="S-Core Dream"/>
                <a:cs typeface="S-Core Dream"/>
              </a:defRPr>
            </a:pPr>
            <a:r>
              <a:rPr sz="10950" b="0">
                <a:solidFill>
                  <a:srgbClr val="E8DDCB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9D4AD-EE50-473C-B9CA-30FF4AFE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문자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08D9-8C83-4B07-A38F-0260EC5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F9C89-15CB-435D-93BD-D0E51ABC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이미지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88FF3-7B1F-45EE-A4DE-0F09B081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5A0F-BB0D-4EFC-8B37-CF1D3F7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8EBE0-1D11-445E-A747-51B483DB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435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0725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BB88A-0850-4EAE-AAFA-0471708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오늘의 활동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AF4EC-281A-432C-9139-CA3AC04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16A94-6837-4B99-8B33-56786380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663F6-8451-4A1B-AC25-09921453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9E8EA-3B1B-4C2F-8085-A362209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자료를 세 바구니에 나눠요.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7CDA-A53D-4841-BD1E-133DD310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읽는 자료, 보는 자료, 듣는 자료를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32909-8114-4ADE-A835-CB2EDF5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F77DA-B6D7-4CFB-AE3E-25909BF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4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문자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A9FE7-DF37-40A6-921C-4DB239F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56874-BCCF-4AF3-8CF2-9F66BA1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읽어요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2503B-926C-471F-BB28-F8029E8C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325EC-52B2-456C-BD16-6B77A582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이미지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188C3-4775-4CDF-9A34-F7E2BF05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BCD84-2DDF-4616-91C3-E22F5D2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보아요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DA002-2DB7-4EA9-ACA9-552E2DBE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80B1D-3E63-46DA-9D1C-E59192E8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4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8EFAD-696B-4A5B-B12A-1E4D16CD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03656-BC8C-4CB2-8339-50483D3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들어요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791DA-25C9-4BD6-8ED4-8755233D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E3B6C-2F56-4B66-BB3F-D6911C09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생성형 AI와 외부 도구는 사용하지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95377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AF3A0-FE30-46FF-A4E3-D7DD2FF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데이터 알아보기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8E6BC-D82A-41FF-AAAD-1F18A7B0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6BEBA-34C5-4FD8-8412-8D585C4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D20E8-C92B-401E-8DB4-4E813E72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0FA47-BF8A-4A25-997D-6920899F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데이터는 생각을 돕는 자료예요.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D077-7492-40C8-90A6-D31380CA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읽고, 보고, 들으며 알 수 있는 자료를 데이터라고 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23BE5-0D6F-44B4-A80C-9EFCB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4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25D7D-006A-42A3-8D78-6CD3AECC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C31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5C300-9CDF-48F4-B3C2-3D12ABC4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무엇인지 알아보고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비교할 때 쓰는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1736D-F42B-4AE2-BB94-D89DFAA8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8D1ED-EB4C-431C-B1DA-038872F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94A42-3424-4BE1-85AA-927E480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0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글자와 문장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938A7-B4AB-49B4-849F-C41E5F4B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DCE7C-046A-49B0-8971-EE3E000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661EE-B1BE-4723-BB5F-2EBE51F6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0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사진과 그림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FCA89-E150-4756-A849-C28F2FD6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094B7-489F-433B-9441-B7C0282E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듣기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7B013-7F0D-4491-982E-4CE33CDB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291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0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목소리와 자연의 소리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DCC17-79C0-40A2-9BF7-3B325A5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84A38-7580-4A1D-AC63-8191C48A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959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rPr>
              <a:t>AI도 데이터를 바탕으로 자료를 구분해요.</a:t>
            </a:r>
          </a:p>
        </p:txBody>
      </p:sp>
    </p:spTree>
    <p:extLst>
      <p:ext uri="{BB962C8B-B14F-4D97-AF65-F5344CB8AC3E}">
        <p14:creationId xmlns:p14="http://schemas.microsoft.com/office/powerpoint/2010/main" val="970714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33006-1CBF-416F-8D30-6594BD32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문자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93A35-4C03-4AFF-8DF9-362844A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875DA-2FF9-4E01-A02A-D604E6D1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65BC9-FE4F-4E3B-8F25-F0A6EBB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9F50F-2BC7-44C9-9F1B-7E91155C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글자로 읽는 것은 문자 데이터예요.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98602-40DE-4717-8602-D7AF32AE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이름, 낱말, 문장처럼 글자로 적힌 자료입니다.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FAA07-56DD-4EF6-B2DF-3F2AA8F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6BC7E-0A4E-4378-BCE6-6441388C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0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0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호랑이가 산길에 나타나요.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B0F30-1EE8-4E4D-8C80-F271F6D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768E1-2A9A-4246-B526-E459AC5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이름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90897-5ECE-40B0-A0C0-398CCDC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43350"/>
            <a:ext cx="760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호랑이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70752-1BF4-48BD-95EF-FAD9AEA9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95800"/>
            <a:ext cx="922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202F8-A249-4A62-A347-2120AA5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9E9F6-7A89-4006-AA29-990B70FE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낱말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E7F6F-25AC-40E7-82AD-A6B88C5C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91050"/>
            <a:ext cx="760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산길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5862E-48E1-4747-8855-609D92D9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43500"/>
            <a:ext cx="922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FAE86-6032-4E88-9916-4261BCB4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751AB-5312-428E-945F-09DC25B6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문장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7A333-2945-4866-8CA4-78240ADA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38750"/>
            <a:ext cx="760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호랑이가 산길에 나타나요.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5EFBC-16D3-4C37-919E-7B455FCD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91200"/>
            <a:ext cx="922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8BCA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6603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1C7A4-FE25-4611-A1FC-B09ED388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이미지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DCC73-0E9C-45B9-8FFE-402E9915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84FA7-9F1E-478E-8E14-0050422D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A63DF-C080-47F4-A491-C1CA12A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59D3C-E779-4938-B793-DFE223C2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9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9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사진도 눈으로 읽는 이미지 데이터예요.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212B4-C5C0-4E7D-8975-3015EE9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모양·색·위치를 자세히 살펴봅니다.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d1e6d56984b0a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57450"/>
            <a:ext cx="3143250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5ADB3-1288-42ED-8658-39CA17B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5DE10-8F25-4037-99BF-FC437F6E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교실의 모습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9A4D1-42F6-4AA5-BC77-57B5F83A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DD4E5-5480-4A34-8606-E232E05F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사람과 물건의 위치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2fd493a224da6"/>
          <a:srcRect xmlns:a="http://schemas.openxmlformats.org/drawingml/2006/main" l="0" t="27778" r="0" b="27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2457450"/>
            <a:ext cx="3143250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31AD9-DF19-469E-B410-87B9E6AA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C6E10-BCFF-4077-BC16-CFE96BA5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잎의 모양과 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AE7D2-B6FC-4C50-822B-3E7D941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A3A39-61CC-46AC-825A-42FEA0BA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초록색과 잎의 선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c97af59d542bb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2457450"/>
            <a:ext cx="3143250" cy="2095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E573C-7F17-42D6-92C0-7B85E86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C5548-9199-4B44-B07F-2C826E62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손과 자의 위치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6AD3A-10AA-46B1-84B4-055C786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38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09052-FBB9-49BE-95D6-D07C2A25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크기와 놓인 방향</a:t>
            </a:r>
          </a:p>
        </p:txBody>
      </p:sp>
    </p:spTree>
    <p:extLst>
      <p:ext uri="{BB962C8B-B14F-4D97-AF65-F5344CB8AC3E}">
        <p14:creationId xmlns:p14="http://schemas.microsoft.com/office/powerpoint/2010/main" val="1427037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9B2D9-0833-4BE9-A9B9-3F98B13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소리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950B0-6BC9-4254-AABE-1647CB21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5B209-4FBC-472A-A6EF-5A59261C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B3248-810E-4CDF-9F8C-6D83AD1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D05B5-D1AB-400F-81D6-706F4CB8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소리는 귀로 듣는 데이터예요.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7DE45-8659-4B55-9D67-6E02719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재생 버튼을 누르고 소리의 종류와 느낌을 골라요.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98F83-337D-49E0-874C-97ED5938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6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6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짹짹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DB94-DA60-4C27-8EA1-7EC554B5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BB217-5263-40FD-B0C2-4A307793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새소리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0C80B-5C1F-4AD4-AA74-77C4F3CA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밝고 가벼운 느낌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9D1CA-E628-42BB-9541-FF8C4940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8a2807c8fc1f4eef"/>
              </a:rPr>
              <a:t>▶  새소리 듣기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2F76C-9718-463A-B1AA-49BB3DB1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6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36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우르릉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7989D-BE3E-4C89-9551-5E05E681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F7CE3-3E99-4818-B4E7-9CFD953A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천둥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FD22A-3F4F-4CBC-BF5B-9BB7BC8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크고 긴장되는 느낌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70D31-C955-4109-B1BF-176AEEF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4350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124"/>
          </a:solidFill>
          <a:ln xmlns:a="http://schemas.openxmlformats.org/drawingml/2006/main" w="9525">
            <a:solidFill>
              <a:srgbClr val="9C312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5922aaba6d7e4b19"/>
              </a:rPr>
              <a:t>▶  천둥 듣기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E1A7E-F2D3-48E8-848B-D3E5FA1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6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6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쉬이익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EB5B3-E203-4C84-BB45-C8072181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AF25E-8097-4BC6-ACCF-C968DAE3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바람 소리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620BE-73EF-41F4-B2B3-73C7B152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조용하고 긴장되는 느낌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64F8C-1885-48C2-9633-0E6F00C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d09768170ef7402f"/>
              </a:rPr>
              <a:t>▶  바람 소리 듣기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11F81-870D-462B-9726-8D9F9C3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rPr>
              <a:t>버튼을 눌러 준비된 WAV 음원을 직접 들어요.</a:t>
            </a:r>
          </a:p>
        </p:txBody>
      </p:sp>
    </p:spTree>
    <p:extLst>
      <p:ext uri="{BB962C8B-B14F-4D97-AF65-F5344CB8AC3E}">
        <p14:creationId xmlns:p14="http://schemas.microsoft.com/office/powerpoint/2010/main" val="1368247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51A81-5A8C-4A02-8894-596D9E7F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1 · 분류하기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D352-EB89-4B0B-B3EC-334DB972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52EF3-CAF4-46B1-91CD-7409B84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B997D-B5C8-46A4-8878-C8A65A8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57DBC-3AD1-478D-A133-39EC175D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9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9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읽고, 보고, 들으며 바구니를 찾아요.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E0E64-E03A-4644-97B0-17C9AB5D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자료를 눌러 문자·이미지·소리에 놓습니다.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82AF9-C463-4D4E-AB8A-7A06D8FE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88F5A-6173-4BC0-B7F8-A1562BFF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문자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6F8CE-A970-4B8D-816A-E0B0B4E0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글자로 읽어요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73C8F-8CBD-4EE4-BB2F-4C36C5E9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4AF8C-F1F5-4E38-B4F0-0A7A2705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호랑이가 산길에 나타났어요.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비 · 우산 · 골목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56359-18F7-442F-AE82-5821F3B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6174A-C7E5-49D5-89A8-74F72759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이미지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25F72-776A-47B8-B279-77FBA97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눈으로 보아요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92F3D-E0A6-40F3-912D-100A0BA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0EDC2-45F3-47B8-A236-8FDFD0C7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교실 사진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자동문 사진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0BD4C-09BE-4C25-9454-F0C5C538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57D9E-3768-46F7-9167-20996918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DFF3D-8B55-4ECC-9FCA-7FA5E8B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귀로 들어요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607DB-980E-47EE-8F7C-3B36ED73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243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1DD52-6D2F-4AB0-AFE0-C4F57CE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빗소리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새소리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2978E-B2D3-41B7-A3F2-EEE07939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60"/>
          </a:solidFill>
          <a:ln xmlns:a="http://schemas.openxmlformats.org/drawingml/2006/main" w="9525">
            <a:solidFill>
              <a:srgbClr val="264A6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5385d9c97cef4f0a"/>
              </a:rPr>
              <a:t>▶  ① 빗소리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1C531-78B6-48FA-93B4-8F56ACE7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4355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93275d27f65b4349"/>
              </a:rPr>
              <a:t>▶  ② 새소리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01A39-EC0A-4E70-9995-A55FE5F7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43550"/>
            <a:ext cx="582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160d7149ab9844e7"/>
              </a:rPr>
              <a:t>학생 웹앱 열기  ·  3차시</a:t>
            </a:r>
          </a:p>
        </p:txBody>
      </p:sp>
    </p:spTree>
    <p:extLst>
      <p:ext uri="{BB962C8B-B14F-4D97-AF65-F5344CB8AC3E}">
        <p14:creationId xmlns:p14="http://schemas.microsoft.com/office/powerpoint/2010/main" val="421584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48623-9409-4069-AE72-A1FAAE7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같은 장면, 다른 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FDAA6-5E22-4B3D-8DF1-710A93CC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3566A-31B7-475E-AD4F-4AD7C8D5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5E0A7-C881-47DD-883C-A056C759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B2914-A1E0-4992-9138-7AF0979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같은 장면도 고른 자료에 따라 느낌이 달라져요.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08260-3F03-4488-B12F-7C8E584B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다음 두 자료 묶음을 천천히 비교해 봅시다.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5BB7F-FBB9-4B9B-90CA-DB74CC7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65516-5B71-4ACC-9A20-A5C60140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005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사람들이 교실에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DF6BA-2E64-4791-873C-234FFF4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40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C973A-A9AF-4670-8672-237B7E9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밝은 자료 묶음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5681D-7A42-498E-B3F4-DB69B04B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A60C6-B9D2-4564-B790-23C2DFF6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defRPr>
            </a:pPr>
            <a:r>
              <a:rPr sz="40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57EFF-77FC-4788-AFB3-36C956E9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긴장되는 자료 묶음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7E4FB-F28B-42E1-98F3-94885252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9704C-EBEB-4096-8042-2BD3E5EB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사건 문장은 같아요. 고른 자료만 달라요.</a:t>
            </a:r>
          </a:p>
        </p:txBody>
      </p:sp>
    </p:spTree>
    <p:extLst>
      <p:ext uri="{BB962C8B-B14F-4D97-AF65-F5344CB8AC3E}">
        <p14:creationId xmlns:p14="http://schemas.microsoft.com/office/powerpoint/2010/main" val="1272757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BABEF-37A9-4A36-9CE8-E9E7D322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자료 묶음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69737-EF91-40BB-8820-F392034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EC9D9-A2E6-4DCD-B9D5-ECC865C3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C4AC8-1732-47DC-996C-1B69135E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28363-B182-4F70-9B61-27125AE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밝은 사진을 보고 새소리를 들어 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444A8-41D1-4347-96D7-FA07B47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같은 장면 문장에 밝은 자료를 더했습니다.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0eeb3398443d5"/>
          <a:srcRect xmlns:a="http://schemas.openxmlformats.org/drawingml/2006/main" l="0" t="3097" r="0" b="3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57450"/>
            <a:ext cx="4629150" cy="2895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C8E56-BA90-4A99-9FFF-31E1F012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29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6563B-CC24-4E57-8DD3-2D72B63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62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06614-9DFA-4589-B4B0-4B297D47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이미지 데이터 · 햇빛이 드는 교실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5FF10-8B5F-4BA1-ADC0-33F1B2B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8E63F-D829-4B5C-B190-251A5E6C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531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사람들이 교실에 있어요.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20C5B-4944-470E-A71D-554ADAA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4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7FC5D-C366-4DB3-A200-6CA0297C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문자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DAD66-101F-450C-A7F7-0B66646D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밝은 낮, 함께 배우는 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A9095-219D-4D3F-A789-E9B6A53F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A1491-D479-4109-AF07-8F19520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DBAF-6194-43D5-BFEE-C4BCCD09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이미지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AAC88-3F38-44E6-93DC-63024900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햇빛이 드는 교실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A1549-1072-485E-B6A6-70ACCA8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9045E-B438-4262-B209-66668E7B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2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28823-238A-4C2E-8110-D6FF921B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4718F-2231-4229-8C4F-010A469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새소리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A9D67-D9EF-4BEE-9515-2D33A868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863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8BCA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9D905-3EA9-40D1-9E34-17F99FB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9115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425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15726cf7bb6341b6"/>
              </a:rPr>
              <a:t>▶  새소리 듣기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A2D9B-3A2A-45E6-950A-D01DC577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102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밝고 편안해요.</a:t>
            </a:r>
          </a:p>
        </p:txBody>
      </p:sp>
    </p:spTree>
    <p:extLst>
      <p:ext uri="{BB962C8B-B14F-4D97-AF65-F5344CB8AC3E}">
        <p14:creationId xmlns:p14="http://schemas.microsoft.com/office/powerpoint/2010/main" val="1295027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ADCF2-602E-4A89-B70B-D1C5D2B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자료 묶음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CB6FC-9813-4A47-9F8B-5C13197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FA0D9-BBD1-4153-89A1-478CEA38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608EF-9247-4C16-B13D-786A9817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EA589-FB7A-4303-B4D2-1BBABFDD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어두운 사진을 보고 천둥을 들어 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73DF9-B0CF-4E6D-8968-97C962D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같은 장면 문장에 긴장되는 자료를 더했습니다.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c74e551924f43"/>
          <a:srcRect xmlns:a="http://schemas.openxmlformats.org/drawingml/2006/main" l="0" t="3097" r="0" b="3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57450"/>
            <a:ext cx="4629150" cy="2895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0FD3A-7FE4-4722-9035-A8456F4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29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A3912-E8F9-418F-B5F4-153DA38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62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76AF6-6DCD-4B50-BF80-CF8946F6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이미지 데이터 · 같은 교실을 어둡게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69DD6-9979-4B70-BAA6-824501D8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23E0D-A479-4301-B08F-04ADDAC9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531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사람들이 교실에 있어요.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5681B-D234-473B-9A3D-82AE2782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4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8AE70-1164-4D62-91E2-E067C3CC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문자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9CA56-7240-4AC1-AC3A-4C3D37B4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5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어두운 밤, 조용한 교실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FA8A9-4FE2-406B-960D-188F748B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5E4FD-54F5-48C7-9C01-E31F61E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CCFB0-6A22-4925-BA2B-0EBB1C8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이미지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9059F-7E77-4C89-84AB-2E9B705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같은 교실을 어둡게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316B3-6F7D-4131-B0A2-1155C108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D5529-DBF9-46E6-96C1-558893E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2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334A2-B690-4499-998B-8169A6A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74F24-1965-4963-A638-508CC13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천둥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C1E3F-B1A5-4262-812C-FCAF409C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863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B209A-D289-40CA-B2CB-8994E17E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9115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124"/>
          </a:solidFill>
          <a:ln xmlns:a="http://schemas.openxmlformats.org/drawingml/2006/main" w="9525">
            <a:solidFill>
              <a:srgbClr val="9C312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425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85718b497baa41d5"/>
              </a:rPr>
              <a:t>▶  천둥 듣기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D093C-124E-418C-97E5-773FC82D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102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950" b="1">
                <a:solidFill>
                  <a:srgbClr val="E8D8D1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E8D8D1"/>
                </a:solidFill>
                <a:latin typeface="S-Core Dream"/>
                <a:ea typeface="S-Core Dream"/>
                <a:cs typeface="S-Core Dream"/>
              </a:rPr>
              <a:t>어둡고 긴장돼요.</a:t>
            </a:r>
          </a:p>
        </p:txBody>
      </p:sp>
    </p:spTree>
    <p:extLst>
      <p:ext uri="{BB962C8B-B14F-4D97-AF65-F5344CB8AC3E}">
        <p14:creationId xmlns:p14="http://schemas.microsoft.com/office/powerpoint/2010/main" val="1601141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D876C-F080-4340-AD02-014C60E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2 · 비교하기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7A788-8E73-4024-9812-27B79B2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E1A4-5FB3-4CA5-8481-1C0D0CC4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497FD-B03C-4C83-81B6-BE71043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5DAAC-5709-44DB-A016-36E9B36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9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9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자료가 달라지면 장면의 느낌도 달라져요.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B80FE-FFC9-437E-ADDC-C2B847C9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어느 쪽이 더 밝고, 어느 쪽이 더 긴장되는지 골라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A7B0E-EF84-4DE1-80F3-AAD54DF5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5F3B9-8689-47DF-93E6-89CB793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같은 문장  ·  사람들이 교실에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1C853-F480-4AA2-B4F6-BB984A6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4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A · 밝은 자료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b5372bcb94d64"/>
          <a:srcRect xmlns:a="http://schemas.openxmlformats.org/drawingml/2006/main" l="0" t="21007" r="0" b="21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3333750"/>
            <a:ext cx="4286250" cy="1657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44971-404F-4577-99B3-23D45BB0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286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3DE42-07ED-421D-BCBD-D5ED0DD5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밝고 편안해요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CE651-4CBA-4C34-9AF5-79E47BAE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밝은 낮 · 햇빛 드는 교실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FF81E-12BC-404F-B1FE-BB81CB72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a5ce4f77a368490d"/>
              </a:rPr>
              <a:t>▶  새소리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F7999-BB00-47C7-992C-A7211688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C773F-D7D5-4811-ACEB-50511047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D41CA-A098-4E7B-A4C2-8716E826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4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B · 긴장되는 자료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6abad20b14db4"/>
          <a:srcRect xmlns:a="http://schemas.openxmlformats.org/drawingml/2006/main" l="0" t="22475" r="0" b="22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3333750"/>
            <a:ext cx="4514850" cy="16573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942AA-F3C5-435C-BFC0-5813EB5C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45148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B1CBB-FC0E-4DCE-8CE9-B9F532E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62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264A60"/>
                </a:solidFill>
                <a:latin typeface="S-Core Dream"/>
                <a:ea typeface="S-Core Dream"/>
                <a:cs typeface="S-Core Dream"/>
              </a:rPr>
              <a:t>어둡고 긴장돼요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EC656-AC92-4530-8BE1-4644CDCF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62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어두운 밤 · 같은 교실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2A70C-28D7-4E48-BF29-C07937E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197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124"/>
          </a:solidFill>
          <a:ln xmlns:a="http://schemas.openxmlformats.org/drawingml/2006/main" w="9525">
            <a:solidFill>
              <a:srgbClr val="9C312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6c8ba3d842734edc"/>
              </a:rPr>
              <a:t>▶  천둥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7CC29-1D5E-4C4C-BEC5-D2835A9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94360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689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12EDF-F183-4FBA-BBB9-D2353F94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3 · 나의 데이터 꾸러미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2798A-E54E-4CBE-8D4E-5A6627B2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96284-C47E-4267-B9A4-9ED314D5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A383B-613F-4EA4-A103-E54EFB0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6364D-E3E0-45A2-BF59-3C7D4ABB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2차시에서 기획한 장면에 자료 세 가지를 골라요.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AE9B2-9735-4264-9980-E46FDA9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긴 글을 쓰지 않고 알맞은 선택지를 누릅니다.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AA670-F897-453C-BA19-5EB42CF6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1FA4D-EE9B-4039-A79A-1BA3AB3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5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문자 하나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EFDDA-F441-4C22-8B4B-4FE39B2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F775B-5DE5-4F90-B638-3B4F0AAB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장면을 말로 또렷하게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C8C3F-81A7-4B39-9344-2386AFEA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D038A-41C8-4CFF-9F98-C755FAE8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5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이미지 하나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680EC-38AA-4BAD-A5DC-0A3D2016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2BA84-3BE2-4BAB-84BF-9F50A285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모습·색·위치를 고르기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97EFE-BB8D-44B5-A1D6-F57608B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F1C5C-DE99-4D8A-97FE-06B5BED2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5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소리 하나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35F3F-C72A-451D-AF50-E522D91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DA2F6-7874-4CA3-9DFC-FB5A69C6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장면의 분위기를 고르기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419A2-5CA6-4FF0-A9F4-AF920969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27538-4CB8-4E2E-9366-463D88DB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3525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264A60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64A60"/>
                </a:solidFill>
                <a:latin typeface="S-Core Dream"/>
                <a:ea typeface="S-Core Dream"/>
                <a:cs typeface="S-Core Dream"/>
              </a:rPr>
              <a:t>2차시에서 내가 기획한 장면 하나를 먼저 고릅니다.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F86BE-F1B9-4BCC-A68C-C0EA79E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https://edu-story-nine.vercel.app/lesson/3</a:t>
            </a:r>
          </a:p>
        </p:txBody>
      </p:sp>
    </p:spTree>
    <p:extLst>
      <p:ext uri="{BB962C8B-B14F-4D97-AF65-F5344CB8AC3E}">
        <p14:creationId xmlns:p14="http://schemas.microsoft.com/office/powerpoint/2010/main" val="16737478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3FA6D-F78E-4FE5-90ED-CFB75D5B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오늘의 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3A703-32FC-416E-928F-DE0E5F38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4490D-E2FB-4D55-BC13-5ABEEE18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3차시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5EEF7-8025-49DA-8A9F-7769489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AEF12-4DB1-41E0-A817-4C38F3D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문자·이미지·소리를 골라 장면을 또렷하게 만들어요.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6FEC6-5676-4170-86D2-4DE23C4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0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내가 고른 자료가 장면의 모습과 느낌을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0BAB8-1E52-4F3C-81AB-55AEEA15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454D7-4009-4D80-B380-8F95CBF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0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문자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EF8C9-37E9-4252-933B-6960B622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67000"/>
            <a:ext cx="687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장면을 말로 알려 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58E53-25F0-4BAB-9F57-C61D9F3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1945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F5CB5-B620-42BE-9921-401B2AA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CE7F3-78FA-4FC2-A582-080EA60A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0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이미지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467E6-8E45-48F2-AA50-E691AD6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05200"/>
            <a:ext cx="687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모습·색·위치를 보여 줘요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18382-5272-4041-80EC-8AB279E8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5765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6ED36-3587-4CEA-8543-B5E7E67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A07BB-EDD7-4F4B-BD96-9F0F24D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0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6FDD4-4E22-4EAB-AC78-95769CF4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43400"/>
            <a:ext cx="687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장면의 분위기를 들려줘요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136AB-3A49-4051-B6B5-D81FE20A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35D5E-32AE-4FC0-97F0-EC26CC41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10200"/>
            <a:ext cx="716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5E7AD-4803-48CF-942F-D738DB9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95925"/>
            <a:ext cx="670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생성형 AI와 외부 도구 없이, 준비된 자료로 활동했어요.</a:t>
            </a:r>
          </a:p>
        </p:txBody>
      </p:sp>
    </p:spTree>
    <p:extLst>
      <p:ext uri="{BB962C8B-B14F-4D97-AF65-F5344CB8AC3E}">
        <p14:creationId xmlns:p14="http://schemas.microsoft.com/office/powerpoint/2010/main" val="901290917"/>
      </p:ext>
    </p:extLst>
  </p:cSld>
</p:sld>
</file>

<file path=ppt/theme/theme1.xml><?xml version="1.0" encoding="utf-8"?>
<a:theme xmlns:a="http://schemas.openxmlformats.org/drawingml/2006/main" name="EDU STORY">
  <a:themeElements>
    <a:clrScheme name="EDU STO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U S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Company>EDU STORY</Company>
  <Slides>13</Slides>
  <Notes>13</Notes>
  <HiddenSlides>0</HiddenSlides>
  <SharedDoc>false</SharedDoc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AI와 함께 만드는 우리 옛이야기 그림책 · 3차시</dc:title>
  <dc:subject>문자·이미지·소리 데이터 분류와 장면 데이터 꾸러미</dc:subject>
  <dc:creator>EDU STORY</dc:creator>
  <cp:lastModifiedBy>EDU STORY</cp:lastModifiedBy>
  <dc:description>초등 3~4학년용 3차시 수업 프레젠테이션</dc:description>
  <dcterms:created xsi:type="dcterms:W3CDTF">2026-09-02T22:25:52.602Z</dcterms:created>
  <dcterms:modified xsi:type="dcterms:W3CDTF">2026-09-02T22:25:52.602Z</dcterms:modified>
</cp:coreProperties>
</file>